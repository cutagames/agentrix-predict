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大家好，欢迎来到Agentrix Predict的世界。我们正在构建一个全新的范式——在Injective网络上，通过与你的AI Agent对话，来进行链上预测市场交易。想象一下，你只需用自然语言下达指令，你的Agent就会在安全的资金围栏内，为你下注USDC。这不仅是效率的提升，更是人机协作在金融领域的一次革命。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的预测市场虽然功能强大，但使用起来非常笨重。用户需要经历一系列繁琐的步骤：选择盘口、理解复杂的赔率、计算注码、管理钱包、确认交易。整个过程充满了摩擦，体验不佳。更重要的是，DeFi的用户体验仍然停留在“人在点击”的阶段，而我们相信，Agent完全可以代劳。唯一的障碍是，如何在让Agent动用资金的同时，保证绝对的安全和信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我们的核心洞察是：未来的交互界面不是按钮和表单，而是对话。执行者也不应该是人，而是你的AI Agent。我们通过引入创新的“链上围栏”机制，解决了信任问题。现在，从表达预测意图，到Agent检索盘口、解释赔率、在授权范围内下注，再到最终的USDC结算和持仓展示，这一切都可以在一个对话中完成。这是一种无缝、高效且安全的全新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这就是我们已经实现的产品——一个对话式的预测Copilot。你可以像和助手聊天一样，告诉它你的预测。比如，你可以说“我认为阿根廷会赢得世界杯，帮我下10 USDC”。我们的Agent会立刻去检索实时盘口，解释赔率，然后为你完成下单。这一切都在生产环境中得到了验证，我们的LLM确实能够调用工具，获取真实的市场数据。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信任是所有金融服务的基石。为了解决AI动用资金的信任问题，我们设计了“双重围栏”机制。首先，用户可以通过AP2协议设定一个宏观的策略授权，比如最大投注额。其次，用户还可以在账户层面设定花费上限，比如“每天最多花100 USDC”。对于真实的USDC交易，这两道关卡缺一不可。而在免费体验模式下，用户则可以无限制地探索，熟悉我们的系统。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在Injective上构建，因为它提供了强大的性能和去中心化特性。我们的核心架构将所有关键的金融操作，如资金托管、金库管理和偿付保障，都放在了链上的CollateralVault合约中。这种设计不仅安全，而且非常灵活。我们的合约与代币地址无关，这意味着主网上线将非常平滑。同时，我们将高频计算放在链下，通过精巧的设计实现了效率与安全的完美平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我们最具独创性的部分，是AI做市金库。这是一个由AI Agent自主运营的做市商模型。Agent能够像人类交易员一样，实时监控市场数据，自动调整我们的接单能力和赔率。更重要的是，我们从合约层面保证了偿付安全，金库的容量永远不会超过其净资产。这意味着，我们的系统在结构上就是安全的，不会发生资不抵债的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gent是真正跨平台的。无论你在网页、手机还是电脑上，你面对的都是同一个拥有共同记忆的AI助手。对于网页用户，我们提供了极致的便利性——零下载，首次对话即可获得一个个人Agent。当然，用户也可以选择下载我们的应用，解锁更强大的本地能力，比如让Agent直接操作你的电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gentrix不仅仅是一个预测工具，它是一个通往更广阔Agent经济的入口。我们的盘口会和Polymarket、Manifold等平台一起出现在Agent的搜索结果中。更重要的是，你的Agent还能帮你找工作、领空投，并通过x402协议获得报酬。这是一个集信息检索、任务执行和价值结算于一体的强大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我们的技术实现是生产级别的。Agentrix Predict构建在我们成熟的Agentrix Agent栈之上，这个栈已经包含了工具注册、双链路校验、授权协议、结算协议等核心组件。我们采用Solidity、NestJS和Next.js等主流技术，并进行了严格的测试。我们的核心理念是“复用而非临时拼装”，这保证了系统的健壮性、可扩展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未来发展路径非常清晰，我们称之为“自主性阶梯”。今天，我们处于L1级别，即“辅助驾驶”，人还在决策回路中。下一步，我们将进入L2“监督式自动”，Agent将在你的监督下自主交易。最终，我们将迈向L4-L5，实现一个由多个Agent组成的、完全自治的链上基金。用户将从交易者转变为资本提供者，真正实现“躺着赚钱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相信，Agentrix的潜力远不止于预测市场。我们正在构建的“可验证的自主性”将成为AI金融的信任基石。Injective将成为这个庞大Agent经济的结算层。我们的Agent将能够跨市场套利，甚至通过观看视频来做决策。最重要的是，我们今天为预测市场打造的这套自主性栈，未来可以无缝迁移到DeFi收益、RWA等更广阔的领域。我们只是刚刚开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总结一下，Agentrix Predict已经上线，欢迎大家访问polymarket.agentrix.top体验。我们的北极星愿景，是将简单的对话式下注，最终进化为一支7x24小时自主运转的链上Agent基金。在这个未来里，人只需要设定目标和风险，剩下的一切都将由一个Agent社会完成。而Injective，正是支撑这个宏大Agent经济的最佳结算底座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3.svg"/><Relationship Id="rId12" Type="http://schemas.openxmlformats.org/officeDocument/2006/relationships/image" Target="../media/image22.png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3.svg"/><Relationship Id="rId10" Type="http://schemas.openxmlformats.org/officeDocument/2006/relationships/image" Target="../media/image3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svg"/><Relationship Id="rId8" Type="http://schemas.openxmlformats.org/officeDocument/2006/relationships/image" Target="../media/image4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8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svg"/><Relationship Id="rId8" Type="http://schemas.openxmlformats.org/officeDocument/2006/relationships/image" Target="../media/image44.png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Agentrix Predict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Injective 上的对话式链上预测市场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和你的 AI Agent 自然对话，它将在安全资金围栏内，以 USDC 为你执行链上下注，重塑人机协作交易范式。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06">
            <a:off x="508004" y="6026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92200" y="61595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Powered by A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gentrix Protocol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61595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D399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polymarket.agentrix.top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 descr="favicon_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5" y="61595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痛点：笨重的体验与信任鸿沟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177">
            <a:off x="3873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01 传统预测市场的沉重枷锁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66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03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高摩擦的繁琐流程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选盘口→读赔率→算注码→管钱包→签交易，全流程依赖用户手动操作，步骤冗余且极易出错，严重消耗用户精力。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368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619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DeFi应用的UX认知瓶颈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现有产品仍将用户预设为专业的“点击操作者”，而非策略的“指挥者”，缺乏智能化的辅助，门槛极高。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l="1515" r="1515"/>
          <a:stretch>
            <a:fillRect/>
          </a:stretch>
        </p:blipFill>
        <p:spPr>
          <a:xfrm>
            <a:off x="762000" y="4826000"/>
            <a:ext cx="2032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048000" y="4826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底层的信任缺失风险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用户被迫完全信任中心化平台或自行管理私钥资产，资金安全与操作风险完全由个人承担，容错率极低。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02 理想的 Agent 智能交互范式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540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40500" y="266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自然语言驱动的极简体验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无需学习复杂的金融术语，用户只需通过对话气泡向AI Agent下达指令，即可自动完成策略制定与执行，回归“以人为本”的交互本质。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381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8735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待解的核心命题：安全授权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本可代劳一切繁琐工作，但关键前提是：如何让 Agent 在安全的边界内，合规、可信地动用链上资金。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350000" y="5080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747000" y="5080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从“人机对抗”到“人机协作”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将用户从重复的交易操作中解放出来，专注于决策本身，而把执行层的复杂工作交给可信赖的智能体，是行业进化的必然方向。</a:t>
            </a:r>
            <a:endParaRPr lang="en-US" sz="12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我们的洞察：对话即界面，Agent即执行者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界面的终极形态是自然对话，而高效的执行者是专属AI Agent。我们引入创新的“链上围栏”机制，在确保Agent拥有资金使用权的同时，锁定其操作边界，让智能体代为决策与执行，实现花钱亦不失信任的全新交互体验。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302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49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3429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自然语言输入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摒弃复杂的表单与按钮，用户只需用日常语言表达预测意图，系统即刻捕捉并解析核心需求。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3302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492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3429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Agent 全网检索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Agent自动接入全球市场数据源，毫秒级检索匹配最优相关盘口，省去人工筛选的繁琐流程。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01000" y="3302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349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63000" y="3429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复杂赔率转化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将晦涩的市场赔率拆解为直观的隐含概率与收益预期，用通俗语言为用户呈现清晰的决策依据。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20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授权范围内下注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基于用户预设的资金额度与风险偏好（Mandate），Agent在“链上围栏”内自动完成合规下单。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81500" y="5080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527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143500" y="520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USDC 链上结算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依托智能合约，交易盈亏通过USDC实时清算，资金流向透明可追溯，无需第三方中介托管。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01000" y="5080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5270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763000" y="520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动态持仓汇报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Agent持续同步市场动态，实时更新并可视化展示当前持仓组合、浮动盈亏与整体风险敞口。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我们做了什么：对话式预测 Copilot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70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一句话交易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73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用自然语言描述预测，Agent 自动调用真实工具，一站式完成复杂的交易操作流程。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90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095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27500" y="2070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智能解释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0221">
            <a:off x="36830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83000" y="273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自动拆解赔率含义，直观展示隐含概率，将专业数据转化为易懂信息，辅助用户轻松决策。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095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2070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杠杆操作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221">
            <a:off x="64135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13500" y="273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支持一键下杠杆单，智能计算风险与收益比，在合规框架内有效放大用户的收益增长潜力。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90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2095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88500" y="2070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实时持仓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221">
            <a:off x="91440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144000" y="273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即时同步并展示当前仓位详情、盈亏状态与资产分布，让用户对资金动向一目了然。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191000"/>
            <a:ext cx="654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191000"/>
            <a:ext cx="6540500" cy="457200"/>
          </a:xfrm>
          <a:prstGeom prst="roundRect">
            <a:avLst>
              <a:gd name="adj" fmla="val 0"/>
            </a:avLst>
          </a:prstGeom>
          <a:solidFill>
            <a:srgbClr val="34D399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89000" y="42672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对话交互演示：从自然语言到自动执行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4826000"/>
            <a:ext cx="2730500" cy="1206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79500" y="4927600"/>
            <a:ext cx="247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“我认为阿根廷会赢得世界杯，帮我下10 USDC。”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57030">
            <a:off x="3429000" y="5391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4127500" y="4826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254500" y="49276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盘口：世界杯冠军-阿根廷 (赔率2.1 / 隐含概率47.6%)。已执行下单10 USDC，当前持仓已更新为10 USDC阿根廷赢面。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0" y="4191000"/>
            <a:ext cx="387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0" y="4191000"/>
            <a:ext cx="3873500" cy="457200"/>
          </a:xfrm>
          <a:prstGeom prst="roundRect">
            <a:avLst>
              <a:gd name="adj" fmla="val 0"/>
            </a:avLst>
          </a:prstGeom>
          <a:solidFill>
            <a:srgbClr val="34D399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747000" y="42672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生产环境验证成果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10500" y="49530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191500" y="49276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LLM已成功调用</a:t>
            </a:r>
            <a:r>
              <a:rPr lang="en-US" sz="12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lsm_search_markets</a:t>
            </a: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工具，实现工具链的稳定集成与指令执行。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2500">
            <a:off x="7810512" y="5645150"/>
            <a:ext cx="349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7810500" y="57404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实时对接数据源，精准返回世界杯等热门事件的实时盘口与赔率数据。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围栏机制：建立信任的基石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34D399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24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AP2 Mandate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2385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设定Agent的最高权限，如最大投注金额、允许交易的品类及指定商户。这是从策略层面进行的宏观控制，为资金安全划定核心边界。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2324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账户级花费上限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99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32385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在对话中直接授权资金阈值，例如“每日最高花费100 USDC”。这是从账户层面进行的微观、即时控制，确保每一笔支出都在掌控之中。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86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324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分级策略模式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2385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AXP模拟模式下无围栏限制，供用户免费探索；涉及真实USDC资金时，双重围栏机制自动生效，构建万无一失的资金安全网。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3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486400"/>
            <a:ext cx="736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实时权限确认：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“授权我的 Agent 每日最高花费 100 USDC” —— 通过自然语言交互，即刻完成微观资金围栏的部署，流程透明可见。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47115">
            <a:off x="80962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3000" y="5588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271000" y="5524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已授权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资金围栏已成功激活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在 Injective 上链：稳健的架构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核心金融逻辑全链上部署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94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关键操作均封装于 Injective EVM 测试网的</a:t>
            </a:r>
            <a:r>
              <a:rPr lang="en-US" sz="1400" b="1" i="0" u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CollateralVault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合约：涵盖资金托管、LP 金库份额与 NAV 管理，通过严格的偿付不变量 (Solvency Invariants) 保障资金安全，并采用 Relayer 签名机制实现合规高效的提现流程。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09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灵活解耦与风险隔离的安全设计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2794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仅USDC抵押：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聚焦主流稳定币，简化资产模型，降低复杂资产带来的清算风险。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地址无关性：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合约逻辑与代币地址解耦，主网上线时仅需指向原生 USDC，无需修改合约代码。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链下高频隔离：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高频定价与风控保留在链下，通过结算缝与链上核心逻辑隔离，平衡效率与安全性。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23495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524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461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用户交互层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前端请求与指令发起</a:t>
            </a:r>
            <a:endParaRPr lang="en-US" sz="11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71744">
            <a:off x="3238659" y="5772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3619500" y="5334000"/>
            <a:ext cx="23495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55245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18000" y="5461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NestJS 引擎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链下风控与交易处理</a:t>
            </a:r>
            <a:endParaRPr lang="en-US" sz="11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71744">
            <a:off x="6096159" y="5772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0" name="AutoShape 20"/>
          <p:cNvSpPr/>
          <p:nvPr/>
        </p:nvSpPr>
        <p:spPr>
          <a:xfrm>
            <a:off x="6477000" y="5334000"/>
            <a:ext cx="23495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55245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75500" y="5461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Injective EVM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去中心化交易与结算层</a:t>
            </a:r>
            <a:endParaRPr lang="en-US" sz="11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171744">
            <a:off x="8953659" y="5772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4" name="AutoShape 24"/>
          <p:cNvSpPr/>
          <p:nvPr/>
        </p:nvSpPr>
        <p:spPr>
          <a:xfrm>
            <a:off x="9271000" y="5334000"/>
            <a:ext cx="2159000" cy="889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5524500"/>
            <a:ext cx="381000" cy="381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42500" y="5461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Vault 核心合约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资金托管与安全基石</a:t>
            </a:r>
            <a:endParaRPr lang="en-US" sz="11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独创性：AI 做市金库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5880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30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Agent 自主运营范式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1016008" y="2533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165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全天候读取金库利用率与净资产(NAV)，捕捉市场微小波动。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54166">
            <a:off x="2317750" y="3200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2921000" y="26670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智能决策与自动调整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根据市况自动调节承接容量与赔率溢价，执行扩容、去风险、持有或暂停策略，无需人工干预。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5880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343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结构级偿付安全保障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594">
            <a:off x="1016008" y="4946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080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容量严格约束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金库承接容量永远小于自由权益，从合约底层逻辑上杜绝资不抵债的可能。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54166">
            <a:off x="3143250" y="5613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3746500" y="5080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交易双重校验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用户下单时系统按方向二次校验风险敞口，确保每一笔交易都在安全阈值内执行。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90316">
            <a:off x="4476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985000" y="1778000"/>
            <a:ext cx="4445000" cy="45085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985000" y="1778000"/>
            <a:ext cx="4445000" cy="6985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5500" y="19431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620000" y="1905000"/>
            <a:ext cx="361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AI做市金库实时面板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2794000"/>
            <a:ext cx="2095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239000" y="2921000"/>
            <a:ext cx="184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当前净资产 (NAV)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1,250,000</a:t>
            </a: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USDC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34500" y="2794000"/>
            <a:ext cx="2095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461500" y="2921000"/>
            <a:ext cx="184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金库利用率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65%</a:t>
            </a: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(高效区间)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4064000"/>
            <a:ext cx="2095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239000" y="4191000"/>
            <a:ext cx="184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当前运行策略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De-risk</a:t>
            </a: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(去风险)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34500" y="4064000"/>
            <a:ext cx="2095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461500" y="4191000"/>
            <a:ext cx="184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当前承接容量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812,500</a:t>
            </a: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USDC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112000" y="5334000"/>
            <a:ext cx="431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239000" y="5461000"/>
            <a:ext cx="406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动态赔率溢价调整：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+2.5%</a:t>
            </a: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金库ID: vault_ai_001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一个 Agent，覆盖所有端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统一的 Agent 体验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无论你使用 Web 浏览器、移动设备还是桌面应用，面对的都是同一个 Agent。所有的记忆、对话历史和模型能力在服务端实时共享，确保了全场景、无缝衔接的一致性体验。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064000"/>
            <a:ext cx="5334000" cy="2159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零下载，即时拥有 · 按需增强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端极速开通：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无需安装任何软件，首次对话即可自动分配专属 Agent 实例，即开即用，降低使用门槛。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63814">
            <a:off x="2889250" y="53594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19500" y="4699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客户端深度赋能：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可选下载桌面/移动客户端，解锁本地模型运行、设备传感器调用及直接操作电脑的高级权限。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l="7175" r="7175"/>
          <a:stretch>
            <a:fillRect/>
          </a:stretch>
        </p:blipFill>
        <p:spPr>
          <a:xfrm>
            <a:off x="6731000" y="2032000"/>
            <a:ext cx="4699000" cy="3048000"/>
          </a:xfrm>
          <a:prstGeom prst="rect">
            <a:avLst/>
          </a:prstGeom>
          <a:noFill/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731000" y="546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多端同步示意图：笔记本、平板、手机实时共享同一 Agent 会话状态，实现无缝流转的协作体验。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接入 Agent 经济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01. 统一的信息检索入口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LSM 盘口在 Agent 统一检索中，与 Polymarket、Manifold 等主流预测市场平台并列展示，打破信息孤岛，为用户聚合最全面的市场选择，让决策更高效。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0800" cy="2032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02. 从预测到真实任务的完整闭环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016008" y="481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95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同一个对话界面，Agent 可执行找工作、监控空投等真实任务。通过 x402 协议，打通任务检索、执行、付款到结算的全流程，让价值流通在生态内无缝完成。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889">
            <a:off x="4318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1905000"/>
            <a:ext cx="469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 l="7749" r="7749"/>
          <a:stretch>
            <a:fillRect/>
          </a:stretch>
        </p:blipFill>
        <p:spPr>
          <a:xfrm>
            <a:off x="6921500" y="2095500"/>
            <a:ext cx="1143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18500" y="2095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921500" y="304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 Polymarket、Manifold 等平台热门预测事件，Agentrix 作为原生 LSM 协议深度融合其中，提供更丰富的长尾市场与精准预测服务。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4191000"/>
            <a:ext cx="469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921500" y="4381500"/>
            <a:ext cx="20955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4508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29500" y="4445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智能求职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 RemoteOK、Lever 岗位</a:t>
            </a:r>
            <a:endParaRPr lang="en-US" sz="11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144000" y="4381500"/>
            <a:ext cx="20955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450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52000" y="4445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空投监控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DefiLlama 项目实时追踪</a:t>
            </a:r>
            <a:endParaRPr lang="en-US" sz="11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921500" y="5397500"/>
            <a:ext cx="4318000" cy="698500"/>
          </a:xfrm>
          <a:prstGeom prst="roundRect">
            <a:avLst>
              <a:gd name="adj" fmla="val 0"/>
            </a:avLst>
          </a:prstGeom>
          <a:solidFill>
            <a:srgbClr val="34D399">
              <a:alpha val="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048500" y="5486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x402 协议赋能：</a:t>
            </a: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实现任务从发现到价值结算的自动化闭环，构建可信的 Agent 协作经济基础。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技术与复用：生产级的实现质量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我们的产品并非从零开始，而是构建在已经过生产验证的 Agentrix Agent 栈之上，通过成熟的组件化设计与标准化协议，从底层保障系统的实现质量、稳定性与可扩展性。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04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01 / 成熟 Agent 栈核心组件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683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911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74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统一工具注册表与双链路校验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集中管理Agent可调用工具，通过双独立对话链路进行Parity校验，确保指令精准无误执行。</a:t>
            </a:r>
            <a:endParaRPr lang="en-US" sz="1200" b="0" i="0" u="none" strike="noStrike">
              <a:solidFill>
                <a:srgbClr val="D1D5DB">
                  <a:alpha val="80000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927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762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标准化协议与集市连接器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遵循AP2/UCP授权协议与x402结算协议，利用集市连接器无缝接入各类外部服务，实现价值交换闭环。</a:t>
            </a:r>
            <a:endParaRPr lang="en-US" sz="1200" b="0" i="0" u="none" strike="noStrike">
              <a:solidFill>
                <a:srgbClr val="D1D5DB">
                  <a:alpha val="80000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84373">
            <a:off x="4826000" y="4438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04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02 / 工业级技术栈与全维保障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683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810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810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Solidity + Hardhat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构建稳健智能合约，内置8项关键不变量测试，夯实底层安全基石。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080500" y="3683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3810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88500" y="3810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NestJS + Next.js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采用企业级后端框架与现代化前端方案，支持多链（Injective/BSC）统一部署。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7000" y="4953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5080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508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严苛的测试与交付标准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覆盖全面单元测试与生产环境E2E全链路测试，确保代码复用性，拒绝临时拼装的脆弱系统。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61722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核心理念：</a:t>
            </a:r>
            <a:r>
              <a:rPr lang="en-US" sz="1400" b="0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复用经过验证的成熟组件，而非临时拼装，是实现生产级系统稳定性的关键。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路线图：自主性阶梯 (L1→L5)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我们的路线图是一个将人逐步“移出”决策回路，但始终保证安全的过程，类似于自动驾驶的分级体系。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22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159000"/>
            <a:ext cx="939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L1 — 辅助驾驶 (已上线)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用户通过对话下达指令，Agent负责检索信息、解释意图，并在逐单确认后执行操作。人始终在决策回路中，掌握最终控制权，确保每一步操作的安全性与可控性。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619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3556000"/>
            <a:ext cx="939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L2 — 监督式自动 (下一步)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用户一次性设定核心目标和风险政策，Agent在授权范围内自动完成下注、对冲、平仓等全流程操作。用户仅需定期查看日报，并保留一票否决权，大幅释放时间成本。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889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889500"/>
            <a:ext cx="76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80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016500"/>
            <a:ext cx="4254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L3 — 目标驱动全自动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用户仅需设定宏观目标（如“本月本金增长X%”），Agent即可7x24小时自主分析全网信息（新闻、跨市场赔率、链上信号），形成独立观点并自动执行交易，实现真正的“目标导向”自动化。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86500" y="4889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86500" y="4889500"/>
            <a:ext cx="76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080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5016500"/>
            <a:ext cx="4254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L4–L5 — 多Agent链上自治基金 (北极星)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多专业Agent协作并雇佣外部Agent，用户转型为LP仅设资本政策。策略在市场中自我进化、优胜劣汰，形成完全去中心化、自适应的自治金融生态，是我们最终的北极星愿景。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大胆押注：为什么它会变得更大，而不只是更深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可验证的自主性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通过可编程授权、逃生通道、ZK证明和全链审计，构建“让AI无人值守花真钱”的信任护城河，夯实AI金融的安全基石。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92500"/>
            <a:ext cx="508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8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644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Injective：Agent经济的结算层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1910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将订单簿升级为AI流动性层，赋能iAssets与RWA预测，并部署链上Oracle Agents，打造高性能、去中心化的Agent金融基础设施。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594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33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跨市场 Alpha 捕获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7785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Agent化身流动性路由器，在Polymarket、Kalshi、Injective等多元市场间捕捉套利机会，实现收益最大化。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90316">
            <a:off x="3994150" y="4152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19050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2095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2057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Computer-Use Agent：自主感知与决策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31000" y="2667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桌面Agent具备强大的环境感知能力，可自主观看实时赛况、新闻动态甚至视频内容，将非结构化数据转化为精准的交易与判断依据，突破传统量化策略的信息边界。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3180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4508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470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超越预测：通用自主性的无限迁移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731000" y="5080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我们构建的自主性技术栈并非局限于预测市场，而是一套通用解决方案。它能无缝迁移到DeFi收益优化、RWA资产数字化、链上做市等广阔领域，预测市场只是宏大愿景的第一步验证。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谢谢观看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2603500"/>
            <a:ext cx="1270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33655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愿景：把“和 AI 对话下注”进化成</a:t>
            </a:r>
            <a:r>
              <a:rPr lang="en-US" sz="1800" b="1" i="0" u="none" strike="noStrike">
                <a:solidFill>
                  <a:srgbClr val="34D399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一支 7×24 自主运转的链上 Agent 基金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。人定目标与风险政策，一个 Agent 社会完成检索 → 推理 → 执行 → 结算 → 学习的完整闭环，让智能资产的流转与增值完全自动化。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143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80000"/>
                  </a:srgbClr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结算底座：</a:t>
            </a:r>
            <a:r>
              <a:rPr lang="en-US" sz="1800" b="1" i="0" u="none" strike="noStrike">
                <a:solidFill>
                  <a:srgbClr val="34D399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Injective 是这个 Agent 经济的信任基石。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nector 8"/>
          <p:cNvCxnSpPr/>
          <p:nvPr/>
        </p:nvCxnSpPr>
        <p:spPr>
          <a:xfrm rot="5350892">
            <a:off x="6413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0" y="5270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0" y="5232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体验地址：</a:t>
            </a: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polymarket.agentrix.top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12000" y="584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扫码体验 Agentrix Predict，共建自主智能金融网络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4635</Words>
  <Application>WPS 演示</Application>
  <PresentationFormat/>
  <Paragraphs>262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</vt:lpstr>
      <vt:lpstr>Poppins</vt:lpstr>
      <vt:lpstr>Segoe Print</vt:lpstr>
      <vt:lpstr>Noto Sans SC</vt:lpstr>
      <vt:lpstr>Roboto Mono</vt:lpstr>
      <vt:lpstr>微软雅黑</vt:lpstr>
      <vt:lpstr>Arial Unicode MS</vt:lpstr>
      <vt:lpstr>Poppins</vt:lpstr>
      <vt:lpstr>Roboto Mono</vt:lpstr>
      <vt:lpstr>黑体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周亚池</cp:lastModifiedBy>
  <cp:revision>1</cp:revision>
  <dcterms:created xsi:type="dcterms:W3CDTF">2026-06-30T09:32:24Z</dcterms:created>
  <dcterms:modified xsi:type="dcterms:W3CDTF">2026-06-30T09:32:24Z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{"Label":"1","ContentProducer":"001191110102MACQD9K64010000","ProduceID":"7657116208344845536","ReservedCode1":"","ContentPropagator":"","PropagateID":"","ReservedCode2":""}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DE29A0799D6D47AFBA99D13D800B1178_12</vt:lpwstr>
  </property>
</Properties>
</file>